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306EB8C-86F2-42EA-88FD-2BEBFCDAF6B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900000" y="3960000"/>
            <a:ext cx="576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Remind the group about mulch &amp; shade cloth.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example.org/workshop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Garden planning workshop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0000" y="21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Spring session. Bring your notes and a pencil.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Soil and water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20000" y="1620000"/>
            <a:ext cx="864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Test the soil before planting.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Water early in the morning, not at noon.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Use </a:t>
            </a:r>
            <a:r>
              <a:rPr b="0" i="1" lang="en-US" sz="1800" spc="-1" strike="noStrike">
                <a:solidFill>
                  <a:srgbClr val="000000"/>
                </a:solidFill>
                <a:latin typeface="Arial"/>
              </a:rPr>
              <a:t>compost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in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every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bed.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Rain collects in a barrel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beside the shed. See note 1</a:t>
            </a:r>
            <a:r>
              <a:rPr b="0" lang="en-US" sz="1800" spc="-1" strike="noStrike" baseline="33000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for sizes.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Sowing calendar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" name=""/>
          <p:cNvGraphicFramePr/>
          <p:nvPr/>
        </p:nvGraphicFramePr>
        <p:xfrm>
          <a:off x="1440000" y="1800000"/>
          <a:ext cx="7200000" cy="180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90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Crop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Sowing time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90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Tomato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Early spring, indoors.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More reading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20000" y="1800000"/>
            <a:ext cx="864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Read more on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hlinkClick r:id="rId1"/>
              </a:rPr>
              <a:t>workshop page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after class.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Slide </a:t>
            </a:r>
            <a:fld id="{3F456BC1-F45A-40A4-BFAC-9A97243556B8}" type="slidenum">
              <a:rPr b="0" lang="en-US" sz="1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of the deck.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