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4"/>
    <p:sldId id="257" r:id="rId3"/>
    <p:sldId id="258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/>
          <p:nvPr/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Mention the edge cases first.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 txBox="1"/>
          <p:nvPr/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Say thank you.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org/workshop" TargetMode="Externa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 cases"/>
          <p:cNvSpPr txBox="1"/>
          <p:nvPr/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Fish &amp; chips &lt;daily&gt; at Café Résumé.</a:t>
            </a:r>
            <a:endParaRPr lang="en-US" dirty="0"/>
          </a:p>
          <a:p>
            <a:r>
              <a:rPr lang="en-US" dirty="0"/>
              <a:t>First line</a:t>
            </a:r>
            <a:br>
              <a:rPr lang="en-US" dirty="0"/>
            </a:br>
            <a:r>
              <a:rPr lang="en-US" dirty="0"/>
              <a:t>second line.</a:t>
            </a:r>
            <a:endParaRPr lang="en-US" dirty="0"/>
          </a:p>
          <a:p>
            <a:r>
              <a:rPr lang="en-US" dirty="0"/>
              <a:t>Hello, </a:t>
            </a:r>
            <a:r>
              <a:rPr lang="en-US" b="1" i="1" u="sng" dirty="0"/>
              <a:t>world</a:t>
            </a:r>
            <a:r>
              <a:rPr lang="en-US" dirty="0"/>
              <a:t>! Then </a:t>
            </a:r>
            <a:r>
              <a:rPr lang="en-US" baseline="-25000" dirty="0"/>
              <a:t>water</a:t>
            </a:r>
            <a:r>
              <a:rPr lang="en-US" dirty="0"/>
              <a:t> and </a:t>
            </a:r>
            <a:r>
              <a:rPr lang="en-US" baseline="30000" dirty="0"/>
              <a:t>mc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See the </a:t>
            </a:r>
            <a:r>
              <a:rPr lang="en-US" dirty="0">
                <a:hlinkClick r:id="rId2"/>
              </a:rPr>
              <a:t>workshop page</a:t>
            </a:r>
            <a:r>
              <a:rPr lang="en-US" dirty="0"/>
              <a:t> before class.</a:t>
            </a:r>
            <a:endParaRPr lang="en-US" dirty="0"/>
          </a:p>
          <a:p>
            <a:r>
              <a:rPr lang="en-US" dirty="0"/>
              <a:t>Before.</a:t>
            </a:r>
            <a:r>
              <a:rPr lang="en-US" dirty="0"/>
              <a:t/>
            </a:r>
            <a:r>
              <a:rPr lang="en-US" dirty="0"/>
              <a:t> After.</a:t>
            </a:r>
            <a:endParaRPr lang="en-US" dirty="0"/>
          </a:p>
          <a:p>
            <a:r>
              <a:rPr lang="en-US" dirty="0"/>
              <a:t>2026</a:t>
            </a:r>
            <a:endParaRPr lang="en-US" dirty="0"/>
          </a:p>
          <a:p>
            <a:fld id="{B1E2C3D4-0000-4000-8000-000000000001}" type="slidenum">
              <a:rPr lang="en-US" dirty="0"/>
              <a:t>‹#›</a:t>
            </a:fld>
            <a:endParaRPr lang="en-US" dirty="0"/>
          </a:p>
          <a:p>
            <a:r>
              <a:rPr lang="en-US" dirty="0"/>
              <a:t>Slide </a:t>
            </a:r>
            <a:fld id="{B1E2C3D4-0000-4000-8000-000000000002}" type="slidenum">
              <a:rPr lang="en-US" dirty="0"/>
              <a:t>‹#›</a:t>
            </a:fld>
            <a:r>
              <a:rPr lang="en-US" dirty="0"/>
              <a:t> of the deck.</a:t>
            </a:r>
            <a:endParaRPr lang="en-US" dirty="0"/>
          </a:p>
        </p:txBody>
      </p:sp>
      <mc:AlternateContent>
        <mc:Choice Requires="a14">
          <p:sp>
            <p:nvSpPr>
              <p:cNvPr id="3" name="Box"/>
              <p:cNvSpPr txBox="1"/>
              <p:nvPr/>
            </p:nvSpPr>
            <p:spPr>
              <a:xfrm>
                <a:off x="457200" y="1500000"/>
                <a:ext cx="8229600" cy="9144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Stored twice, counted once.</a:t>
                </a:r>
                <a:endParaRPr lang="en-US" dirty="0"/>
              </a:p>
            </p:txBody>
          </p:sp>
        </mc:Choice>
        <mc:Fallback>
          <p:sp>
            <p:nvSpPr>
              <p:cNvPr id="3" name="Box"/>
              <p:cNvSpPr txBox="1"/>
              <p:nvPr/>
            </p:nvSpPr>
            <p:spPr>
              <a:xfrm>
                <a:off x="457200" y="1500000"/>
                <a:ext cx="8229600" cy="9144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Stored twice, counted once.</a:t>
                </a:r>
                <a:endParaRPr lang="en-US" dirty="0"/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Opening slide</a:t>
            </a:r>
            <a:endParaRPr lang="en-US" dirty="0"/>
          </a:p>
        </p:txBody>
      </p:sp>
      <p:sp>
        <p:nvSpPr>
          <p:cNvPr id="3" name="Body"/>
          <p:cNvSpPr txBox="1"/>
          <p:nvPr/>
        </p:nvSpPr>
        <p:spPr>
          <a:xfrm>
            <a:off x="457200" y="15000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It plays before slide one, though its file is numbered two.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st"/>
          <p:cNvSpPr txBox="1"/>
          <p:nvPr/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Closing slide. Thank you.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Plai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